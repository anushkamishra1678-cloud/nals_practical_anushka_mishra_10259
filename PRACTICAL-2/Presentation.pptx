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5C1991-B10F-4214-AD89-25CC9C29C410}" v="40" dt="2026-01-05T17:25:26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27419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0869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99812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166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84550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239659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10975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28894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101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22952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7889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68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13BAAB-786B-D848-68AA-E612E3E5B2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57"/>
          <a:stretch>
            <a:fillRect/>
          </a:stretch>
        </p:blipFill>
        <p:spPr>
          <a:xfrm>
            <a:off x="800100" y="723900"/>
            <a:ext cx="10591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C42DAE-114C-3066-CE5B-2D8BF5FB03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6524"/>
          <a:stretch>
            <a:fillRect/>
          </a:stretch>
        </p:blipFill>
        <p:spPr>
          <a:xfrm>
            <a:off x="800100" y="723900"/>
            <a:ext cx="10591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8699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B85F8A-AF74-3427-7FB7-E4B6AD0D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01"/>
          <a:stretch>
            <a:fillRect/>
          </a:stretch>
        </p:blipFill>
        <p:spPr>
          <a:xfrm>
            <a:off x="800100" y="723900"/>
            <a:ext cx="10591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6919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59EEEA-EDD7-353A-6964-35E0A717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66"/>
          <a:stretch>
            <a:fillRect/>
          </a:stretch>
        </p:blipFill>
        <p:spPr>
          <a:xfrm>
            <a:off x="800100" y="723900"/>
            <a:ext cx="10591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8893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B645EC-670F-9E3A-3E91-EDA9DC4A40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510"/>
          <a:stretch>
            <a:fillRect/>
          </a:stretch>
        </p:blipFill>
        <p:spPr>
          <a:xfrm>
            <a:off x="800100" y="723900"/>
            <a:ext cx="10591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9578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B2D80C-11F6-85A3-FF5B-6FB9899ECE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7220"/>
          <a:stretch>
            <a:fillRect/>
          </a:stretch>
        </p:blipFill>
        <p:spPr>
          <a:xfrm>
            <a:off x="800100" y="723900"/>
            <a:ext cx="10591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47398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5FB488-AABD-6C8A-470F-23A86AA9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5704"/>
          <a:stretch>
            <a:fillRect/>
          </a:stretch>
        </p:blipFill>
        <p:spPr>
          <a:xfrm>
            <a:off x="800100" y="723900"/>
            <a:ext cx="10591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44948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ChronicleVTI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58</cp:revision>
  <dcterms:created xsi:type="dcterms:W3CDTF">2026-01-05T17:12:28Z</dcterms:created>
  <dcterms:modified xsi:type="dcterms:W3CDTF">2026-01-05T17:31:07Z</dcterms:modified>
</cp:coreProperties>
</file>